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nous sommes [PRÉNOM] et notre groupe présente MediScan, un détecteur intelligent de maladies par symptômes. Notre équipe est composée de Mehdi, Mosaab et Youssef, encadrés par le Professeur Boulealam.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Concrètement, le problème est simple : quand on a de la fièvre et qu'on tousse, on ne sait pas si c'est une grippe, une bronchite ou quelque chose de plus sérieux. MediScan répond à ce besoin en donnant un premier aiguillage médical intelligent, rapide, et structuré.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architecture est clairement séparée en 3 couches. Le frontend, développé en HTML/CSS/JS, capture les symptômes. Il envoie ces données au backend C, qui est le cœur de notre application. Ce backend utilise libcurl pour envoyer des requêtes HTTP à l'API Google Gemini, et cJSON pour parser les réponses JSON. Les données sont stockées en SQLite en local et Supabase en production. L'application est déployée sur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l'intégration IA, voici le pipeline complet. L'utilisateur saisit ses symptômes en langage naturel. Notre backend C construit un prompt structuré, puis envoie une requête HTTPS POST à l'API Gemini via libcurl. La réponse JSON est parsée avec cJSON, et les résultats sont structurés avec un niveau de risque : faible, modéré ou élevé. Nous gérons aussi les cas d'erreur : timeout à 5 secondes, retry automatique, et message d'erreur lisible pour l'utilisateur.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démonstration de MediScan. L'utilisateur décrit ses symptômes en langage naturel. L'application affiche les maladies possibles avec leur probabilité et leur niveau de risque coloré. À droite, vous voyez l'extrait du backend C qui effectue l'appel à l'API Gemini via libcurl et parse le JSON avec cJSON.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application est fonctionnelle et déployée. Elle répond aux exigences du projet : backend en C, intégration API Gemini, SQLite + Supabase, et déploiement Vercel. Parmi les limites, nous reconnaissons le quota gratuit de l'API Gemini et l'absence de validation médicale officielle. En perspectives, nous envisageons le support multilingue et une application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avons préparé des réponses aux questions les plus probables du jury. Restez calmes, répondez avec assurance. Si une question dépasse votre préparation, il est acceptable de dire : 'Excellente question, nous n'avons pas encore exploré cet aspect mais c'est une piste intéressante pour la suite.'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🏫 ESISA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MediScan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Intelligent de Maladies par Symptômes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Mehdi Idrissi Kaitouni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Mosaab Zerrad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484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Youssef El Bouazzaoui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Prof. Chafik Boulealam  •  Projet de Fin de Semestre  •  Juin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PROBLÉMATIQUE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MediScan 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27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L'incertitude médicale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des symptômes courants, les gens ne savent pas quelle maladie peut être en cause ni quel médecin consulter.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627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55848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d'attente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délais de consultation médicale peuvent être longs. Un premier aiguillage rapide est précieux.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627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90488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 d'information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d'outil simple permettant d'obtenir un diagnostic préliminaire structuré avec niveau de risque.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MediScan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L'utilisateur décrit ses symptômes en langage naturel et obtient instantanément les maladies possibles avec un niveau de risque (faible / modéré / élevé) et des recommandations.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72768"/>
            <a:ext cx="265176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08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utilisateur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symptômes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résultats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8988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572768"/>
            <a:ext cx="26517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408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libcurl + cJSON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578608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centrale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 vers 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des réponses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1389888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38988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72768"/>
            <a:ext cx="265176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08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44768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+ SQLite / Supabase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63056" y="2578608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des symptômes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locale &amp;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diagnostics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99232" y="2670048"/>
            <a:ext cx="5669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852160" y="2670048"/>
            <a:ext cx="5669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47472" y="4133088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E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Déployé sur Vercel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publique disponible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4133088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E4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41330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CI/CD GitHub Actions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automatique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53328" y="4133088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E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1330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Variables d'env Vercel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credential en clair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INTÉGRATION 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IA — Google Gemini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2104" y="1389888"/>
            <a:ext cx="676656" cy="676656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4081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utilisateur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5237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de la fièvre et je tousse"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92808" y="1728216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532888" y="1389888"/>
            <a:ext cx="676656" cy="6766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20824" y="14081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20824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20824" y="25237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 construit le prompt structuré pour Gemini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93592" y="1728216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233672" y="1389888"/>
            <a:ext cx="676656" cy="67665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21608" y="14081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21608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 Gemini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21608" y="25237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libcurl envoie requête HTTPS POST avec JSON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94376" y="1728216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934456" y="1389888"/>
            <a:ext cx="676656" cy="6766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34456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22392" y="14081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22392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Analyse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22392" y="25237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cJSON parse la réponse, extraction du diagnostic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95160" y="1728216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635240" y="1389888"/>
            <a:ext cx="676656" cy="676656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23176" y="14081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23176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affiché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23176" y="25237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 possibles + niveau de risque coloré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310128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Robustesse &amp; Gestion des erreurs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Timeout sur chaque appel API (5 secondes)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Retry automatique en cas d'échec réseau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Message d'erreur utilisateur si API indisponible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310128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Niveaux de risque retournés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822192"/>
            <a:ext cx="1115568" cy="804672"/>
          </a:xfrm>
          <a:prstGeom prst="roundRect">
            <a:avLst>
              <a:gd name="adj" fmla="val 681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822192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3822192"/>
            <a:ext cx="1115568" cy="804672"/>
          </a:xfrm>
          <a:prstGeom prst="roundRect">
            <a:avLst>
              <a:gd name="adj" fmla="val 681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822192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69480" y="3822192"/>
            <a:ext cx="1115568" cy="804672"/>
          </a:xfrm>
          <a:prstGeom prst="roundRect">
            <a:avLst>
              <a:gd name="adj" fmla="val 68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3822192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DÉMONSTRATION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Live — MediScan en 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MediScan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1A2E4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de la fièvre depuis 2 jours et je tousse..."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Analyser mes symptômes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 (Influenza)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48386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89120" y="3429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49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Bronchite aiguë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9044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904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89120" y="38496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70248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70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Rhinopharyngite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32511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325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89120" y="42702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132588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 C — Appel Gemini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181051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*curl =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2057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curl_easy_init();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23042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0" y="255117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curl_easy_setopt(curl,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279806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CURLOPT_URL,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30449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GEMINI_ENDPOINT);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32918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0" y="353872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curl_easy_setopt(curl,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37856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CURLOPT_POST, 1L);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403250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427939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Parse JSON response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452628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cJSON *root =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0" y="47731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cJSON_Parse(resp);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BILAN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Résultats, Limites &amp; Perspectives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340156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qui fonctionne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Saisie symptômes en langage naturel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Analyse IA via Gemini en &lt; 2 sec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niveaux de risque colorés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Historique stocké en SQLite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Déploiement Vercel opérationnel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GitHub Actions actif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51760" cy="340156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actuelles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Rate limiting API Gemini (quota gratuit)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Pas de validation médicale certifiée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Interface mobile non optimisée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621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Symptômes en français uniquement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651760" cy="340156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Support multilingue (arabe, anglais)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Application mobile React Native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Connexion médecin en ligne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3621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Intégration dossier médical patient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prêts à répondre 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614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Pourquoi le C pour le backend 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 garantit performance, portabilité et respect du cahier des charges. libcurl et cJSON sont des libs C robustes et largement utilisées.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54787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84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Comment sécurisez-vous les credentials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8770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 clé Gemini est stockée en variable d'environnement sur Vercel. Jamais en clair dans le code ni dans le repo GitHub.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437083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074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 se passe-t-il si l'API est hors ligne 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7000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 backend C retourne une erreur gracieuse avec un message explicite. Un système de retry à 3 tentatives est implémenté.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Idrissi Kaitouni  •  Mosaab Zerrad  •  Youssef El Bouazzaoui  •  ESISA — Juin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MediScan – Détecteur de Maladies par Symptômes</dc:title>
  <dc:subject>PptxGenJS Presentation</dc:subject>
  <dc:creator>PptxGenJS</dc:creator>
  <cp:lastModifiedBy>PptxGenJS</cp:lastModifiedBy>
  <cp:revision>1</cp:revision>
  <dcterms:created xsi:type="dcterms:W3CDTF">2026-06-17T17:43:32Z</dcterms:created>
  <dcterms:modified xsi:type="dcterms:W3CDTF">2026-06-17T17:43:32Z</dcterms:modified>
</cp:coreProperties>
</file>